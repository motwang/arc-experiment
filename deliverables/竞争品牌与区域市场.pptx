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开场20秒把问题收住：今天不讨论要不要全国化，公开战略已经写了第二品牌。讨论和谁抢、在哪抢、先证明什么。</a:t>
            </a:r>
          </a:p>
          <a:p>
            <a:r>
              <a:t>三张卡片按顺序讲：对手分层、两场战争、价位红线。</a:t>
            </a:r>
          </a:p>
          <a:p>
            <a:r>
              <a:t>收口读海军蓝栏：两个试验都成立才叫全国化。现在只够锁试验，不够铺省。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先指表：总量三年都在3500万千升上下。再指分化：U8仍是+29%，百威中国区连续两年双位数下滑。</a:t>
            </a:r>
          </a:p>
          <a:p>
            <a:r>
              <a:t>重点红字：其他品牌三年连降。强调口径——不是崂山单品牌，但方向是第二品牌在缩、主品牌在修。</a:t>
            </a:r>
          </a:p>
          <a:p>
            <a:r>
              <a:t>So what：全国化是止衰，不是扩盘故事。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先讲为什么要分层：H4价位没拍板，但层不能乱。</a:t>
            </a:r>
          </a:p>
          <a:p>
            <a:r>
              <a:t>中间条是主战场：6到8元。塔基只守。经典是红线，飞书写明避开腹地。</a:t>
            </a:r>
          </a:p>
          <a:p>
            <a:r>
              <a:t>雪花第一的证据：公开要守经济型；山东勇闯竞争烈度已被侯孝海提起。燕京第二：U8两年+30%，河北是近场。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左：山东河北各一句角色。右：华南是墙。</a:t>
            </a:r>
          </a:p>
          <a:p>
            <a:r>
              <a:t>强调两场战争不可互相替代。全国化要两个都成立。</a:t>
            </a:r>
          </a:p>
          <a:p>
            <a:r>
              <a:t>底栏：为什么北方费用先花——信息密度更高。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四条决策建议按1到4讲，各20秒。</a:t>
            </a:r>
          </a:p>
          <a:p>
            <a:r>
              <a:t>窄标准要念出来：避免会后用「氛围变好」代替答案。</a:t>
            </a:r>
          </a:p>
          <a:p>
            <a:r>
              <a:t>最后把海军蓝收口三句再读一遍：对手、战场、价位。讲稿合计约4分30秒。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0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全国化成立，当且仅当鲁冀守得住桌、南方有一座城能被点第二次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20000"/>
            <a:ext cx="280000" cy="19050"/>
          </a:xfrm>
          <a:prstGeom prst="rect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280000"/>
            <a:ext cx="90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来源：青岛/华润/燕京/珠江/百威年报；统计局；飞书研讨；复盘@YJ。其他品牌≠崂山单品牌。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280000"/>
            <a:ext cx="9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20000"/>
            <a:ext cx="11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10.13要决定的不是「要不要全国化」，而是：和谁抢、在哪抢、先证明什么才允许把费用铺开。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020000"/>
            <a:ext cx="3580000" cy="31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020000"/>
            <a:ext cx="18000" cy="318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180000"/>
            <a:ext cx="33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480000"/>
            <a:ext cx="33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和谁抢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920000"/>
            <a:ext cx="3300000" cy="2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勇闯、燕京清爽抢塔基；U8、老雪、小麦王在6—8元截流。青岛经典不进对手名单。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0000" y="1020000"/>
            <a:ext cx="3580000" cy="31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20000" y="1020000"/>
            <a:ext cx="18000" cy="3180000"/>
          </a:xfrm>
          <a:prstGeom prst="rect">
            <a:avLst/>
          </a:prstGeom>
          <a:solidFill>
            <a:srgbClr val="32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0000" y="1180000"/>
            <a:ext cx="33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0000" y="1480000"/>
            <a:ext cx="33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在哪抢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0" y="1920000"/>
            <a:ext cx="3300000" cy="2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先在山东、河北证明升级后还能从勇闯和U8手里保住桌。再在一座场景同源的南方夜宵城，看外地大众瓶能否被点第二次。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80000" y="1020000"/>
            <a:ext cx="3580000" cy="31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80000" y="1020000"/>
            <a:ext cx="18000" cy="3180000"/>
          </a:xfrm>
          <a:prstGeom prst="rect">
            <a:avLst/>
          </a:prstGeom>
          <a:solidFill>
            <a:srgbClr val="32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0000" y="1180000"/>
            <a:ext cx="33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0000" y="1480000"/>
            <a:ext cx="33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先证明什么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0000" y="1920000"/>
            <a:ext cx="3300000" cy="2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6元以下只守不扩。扩出去的规格必须离开「更便宜的青岛」，又不能撞进经典带。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5480000"/>
            <a:ext cx="11472000" cy="72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000" y="5560000"/>
            <a:ext cx="11072000" cy="5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Governing thought　两场试验同时成立，全国化才成立。北方赢了只说明根据地还在；南方赢了只说明有一座城可复制。公开数据够把资源锁在这两个试验上，不够支持铺省或铺全国。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0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总量不再提供增量；第二品牌仍在失量，全国化首先是止衰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20000"/>
            <a:ext cx="280000" cy="19050"/>
          </a:xfrm>
          <a:prstGeom prst="rect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280000"/>
            <a:ext cx="90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来源：青岛/华润/燕京/珠江/百威年报；统计局；飞书研讨；复盘@YJ。其他品牌≠崂山单品牌。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280000"/>
            <a:ext cx="9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20000"/>
            <a:ext cx="112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增长在单品上重分。读竞争从「哪一瓶在长、哪一瓶在掉」读，不从五强排行读。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960000"/>
            <a:ext cx="11200000" cy="32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960000"/>
            <a:ext cx="32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0000" y="960000"/>
            <a:ext cx="15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0000" y="960000"/>
            <a:ext cx="15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0000" y="960000"/>
            <a:ext cx="16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0000" y="960000"/>
            <a:ext cx="17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0000" y="960000"/>
            <a:ext cx="17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25同比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1280000"/>
            <a:ext cx="11200000" cy="34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128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规上产量（万千升）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128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3,555.5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0000" y="128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3,521.3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128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−0.6%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128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3,536.0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0000" y="128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−1.1%*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1620000"/>
            <a:ext cx="11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000" y="162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华润啤酒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0" y="162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1,115.1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0000" y="162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1,087.4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0000" y="162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000" y="162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1,103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0000" y="162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+1.4%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1960000"/>
            <a:ext cx="11200000" cy="34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000" y="196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青岛啤酒集团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0" y="196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800.7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0000" y="196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753.8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0000" y="196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−5.86%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196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764.8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0000" y="196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+1.5%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2300000"/>
            <a:ext cx="11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000" y="230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　青岛品牌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0000" y="230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456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0000" y="230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434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0000" y="230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−4.84%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0000" y="230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449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0000" y="230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+3.54%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2640000"/>
            <a:ext cx="11200000" cy="34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" y="264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　其他品牌（崂山为代表）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0000" y="264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0000" y="264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0000" y="264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−7.20%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0000" y="264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315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0000" y="264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−1.36%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2980000"/>
            <a:ext cx="11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000" y="298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燕京 / 其中U8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0" y="298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394 /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0000" y="298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400 / 69.6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0000" y="298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+1.6% / +31%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0000" y="298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405 / 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0000" y="298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+1.2% / +29%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0000" y="3320000"/>
            <a:ext cx="11200000" cy="34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0000" y="3320000"/>
            <a:ext cx="31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百威亚太中国区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0000" y="332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00000" y="3320000"/>
            <a:ext cx="14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未披露绝对量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0000" y="3320000"/>
            <a:ext cx="15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−11.8%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0000" y="332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未披露绝对量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0000" y="3320000"/>
            <a:ext cx="1640000" cy="3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−8.6%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0000" y="3700000"/>
            <a:ext cx="1120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*2025年统计局同比按当年公告，不与2024年当时公布基数连乘。企业销量÷产量不是官方市占。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0000" y="5480000"/>
            <a:ext cx="11472000" cy="72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0000" y="5540000"/>
            <a:ext cx="11152000" cy="6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So what　青岛品牌2025年已回正+3.54%，其他品牌345→320→315仍在降。用集团+1.5%证明崂山全国化见效，是读错账。全国化首先是止衰，成功标准不能写成进入五强。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0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桌上的敌人是勇闯、清爽与U8，不是青岛经典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20000"/>
            <a:ext cx="280000" cy="19050"/>
          </a:xfrm>
          <a:prstGeom prst="rect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280000"/>
            <a:ext cx="90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来源：青岛/华润/燕京/珠江/百威年报；统计局；飞书研讨；复盘@YJ。其他品牌≠崂山单品牌。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280000"/>
            <a:ext cx="9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00000"/>
            <a:ext cx="112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H6名单（勇闯、小麦王、燕京清爽）与飞书「同价位差异化」对得上。缺层就会把勇闯和U8写成同一个敌人。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900000"/>
            <a:ext cx="180000" cy="98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11292000" cy="9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0000" y="980000"/>
            <a:ext cx="22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塔基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0000" y="980000"/>
            <a:ext cx="22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约6元以下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0000" y="1020000"/>
            <a:ext cx="3200000" cy="7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勇闯天涯、燕京清爽、地方经济型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0000" y="1020000"/>
            <a:ext cx="3000000" cy="7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只守不扩。与勇闯对砸，胜率最低。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940000"/>
            <a:ext cx="180000" cy="980000"/>
          </a:xfrm>
          <a:prstGeom prst="rect">
            <a:avLst/>
          </a:prstGeom>
          <a:solidFill>
            <a:srgbClr val="32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0000" y="1940000"/>
            <a:ext cx="11292000" cy="98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000" y="2020000"/>
            <a:ext cx="22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大众升级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0000" y="2020000"/>
            <a:ext cx="22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约6—8元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000" y="2060000"/>
            <a:ext cx="3200000" cy="7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U8、老雪、哈尔滨小麦王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0000" y="2060000"/>
            <a:ext cx="3000000" cy="7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独立品牌主战场。全麦必须在这里被点。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2980000"/>
            <a:ext cx="180000" cy="980000"/>
          </a:xfrm>
          <a:prstGeom prst="rect">
            <a:avLst/>
          </a:prstGeom>
          <a:solidFill>
            <a:srgbClr val="77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000" y="2980000"/>
            <a:ext cx="11292000" cy="9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000" y="3060000"/>
            <a:ext cx="22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不进入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0000" y="3060000"/>
            <a:ext cx="22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经典/纯生及以上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0000" y="3100000"/>
            <a:ext cx="3200000" cy="7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青岛主品牌、喜力、百威核心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0000" y="3100000"/>
            <a:ext cx="3000000" cy="7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红线。做成小青岛即失败。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5520000"/>
            <a:ext cx="11472000" cy="68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00" y="5560000"/>
            <a:ext cx="11112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假想敌顺序　雪花第一（守塔基、填升级带、已打进山东）→ 燕京第二（清爽在下、U8在上，河北会撞车）→ 小麦王待核价 → 珠江只在南方点名 → 青岛经典永不进入。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0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地理不是往南铺开，而是北方保卫战加一座南方进入战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20000"/>
            <a:ext cx="280000" cy="19050"/>
          </a:xfrm>
          <a:prstGeom prst="rect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280000"/>
            <a:ext cx="90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来源：青岛/华润/燕京/珠江/百威年报；统计局；飞书研讨；复盘@YJ。其他品牌≠崂山单品牌。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280000"/>
            <a:ext cx="9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00000"/>
            <a:ext cx="112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青啤山东+华北分部记账约占集团销量97%。这是队伍在北方，不是消费地占97%。南方不是换标就能接上的市场。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920000"/>
            <a:ext cx="5480000" cy="33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920000"/>
            <a:ext cx="18000" cy="338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000" y="1020000"/>
            <a:ext cx="5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北方保卫战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" y="1360000"/>
            <a:ext cx="50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要回答：全麦在勇闯/U8桌上还能否被点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00" y="1720000"/>
            <a:ext cx="5000000" cy="2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山东是粮仓，也是勇闯已经打进来的主战场。只守不升，永远是区域品牌；只抽不守，连区域品牌都保不住。
河北是飞书点名的第二核心，也是四强桌、U8近场。这里保不住桌，不必南下验证一条在河北就不成立的产品语言。
失败含义：根据地失守，全国化失去方法。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000" y="920000"/>
            <a:ext cx="5480000" cy="338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000" y="920000"/>
            <a:ext cx="18000" cy="3380000"/>
          </a:xfrm>
          <a:prstGeom prst="rect">
            <a:avLst/>
          </a:prstGeom>
          <a:solidFill>
            <a:srgbClr val="32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1020000"/>
            <a:ext cx="5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南方进入战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1360000"/>
            <a:ext cx="50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要回答：外地大众瓶能否被点第二次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1720000"/>
            <a:ext cx="5000000" cy="2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广东已是第一生产大省。珠江华南收入占95.66%。南下面对的是墙，不是空出来的中低端。
样板缩小到一座夜宵城，五条门槛：现成经销商、场景与北方同源、费用尚未顶格、不抢经典桌、能铺到邻城。
失败含义：有方法但不可复制，停在区域品牌。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500000"/>
            <a:ext cx="11472000" cy="70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000" y="5540000"/>
            <a:ext cx="11112000" cy="6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先后不是口味问题，是信息价值。鲁冀已有桌、有队伍、有明确对手，失败原因可分解。南方先败，墙、场景、价格、队伍缠在一起，学不到方法。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0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费用只开两个试验；铺货家数不构成阶段成果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20000"/>
            <a:ext cx="280000" cy="19050"/>
          </a:xfrm>
          <a:prstGeom prst="rect">
            <a:avLst/>
          </a:prstGeom>
          <a:solidFill>
            <a:srgbClr val="17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280000"/>
            <a:ext cx="90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来源：同前。H4/H6与分省销量会改城名，不改「先方法、后复制」的顺序。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280000"/>
            <a:ext cx="900000" cy="2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8FA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00000"/>
            <a:ext cx="112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26EB5"/>
                </a:solidFill>
                <a:latin typeface="微软雅黑"/>
                <a:ea typeface="微软雅黑"/>
                <a:cs typeface="微软雅黑"/>
              </a:rPr>
              <a:t>第一笔费用留在鲁冀证方法，第二笔进一座南方城证复制。两笔打完之前，第三笔不存在。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920000"/>
            <a:ext cx="700000" cy="86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920000"/>
            <a:ext cx="700000" cy="8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000" y="920000"/>
            <a:ext cx="10772000" cy="86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10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锁名单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000" y="1020000"/>
            <a:ext cx="8000000" cy="6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对手按分层锁定。青岛经典从名单删除。周报对照瓶：山东看勇闯，河北看U8和清爽，南方城才出现珠江。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820000"/>
            <a:ext cx="700000" cy="86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1820000"/>
            <a:ext cx="700000" cy="8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000" y="1820000"/>
            <a:ext cx="10772000" cy="86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19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开两场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000" y="1920000"/>
            <a:ext cx="8000000" cy="6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鲁西或冀中做升级保卫；一座南方夜宵城做进入试验。不做华南大区，不做全国铺开。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720000"/>
            <a:ext cx="700000" cy="86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720000"/>
            <a:ext cx="700000" cy="8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000" y="2720000"/>
            <a:ext cx="10772000" cy="86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0000" y="28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窄标准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0000" y="2820000"/>
            <a:ext cx="8000000" cy="6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北方成立：对照桌未等幅上升，崂山桌数或补货上升，库存未明显恶化。南方成立：促销减弱后仍有第二次补货。只见开户，判为进入费用，不判可复制。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3620000"/>
            <a:ext cx="700000" cy="86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3620000"/>
            <a:ext cx="700000" cy="8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000" y="3620000"/>
            <a:ext cx="10772000" cy="86000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0000" y="37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F68"/>
                </a:solidFill>
                <a:latin typeface="微软雅黑"/>
                <a:ea typeface="微软雅黑"/>
                <a:cs typeface="微软雅黑"/>
              </a:rPr>
              <a:t>可推翻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0000" y="3720000"/>
            <a:ext cx="8000000" cy="6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H4成交带整体高于8元或对手实为经典→改分层。分省显示华南已有同量级桌→可加南方样板。90天桌数不动→停复制，回到产品语言，而不是加城。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580000"/>
            <a:ext cx="11472000" cy="1620000"/>
          </a:xfrm>
          <a:prstGeom prst="rect">
            <a:avLst/>
          </a:prstGeom>
          <a:solidFill>
            <a:srgbClr val="17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00" y="4680000"/>
            <a:ext cx="20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C4E0"/>
                </a:solidFill>
                <a:latin typeface="微软雅黑"/>
                <a:ea typeface="微软雅黑"/>
                <a:cs typeface="微软雅黑"/>
              </a:rPr>
              <a:t>10.13 收口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00" y="5000000"/>
            <a:ext cx="11032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全国化成立，当且仅当鲁冀6—8元桌上还守得住、南方有一座城被点第二次。和谁抢：雪花第一，燕京第二，经典不进。在哪抢：先保卫，后进入。先证明什么：方法，然后才是复制。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